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5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5D"/>
                </a:solidFill>
                <a:latin typeface="+mn-lt"/>
              </a:rPr>
              <a:t>Latency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Upload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 KB</c:v>
                  </c:pt>
                  <c:pt idx="1">
                    <c:v>100 KB</c:v>
                  </c:pt>
                  <c:pt idx="2">
                    <c:v>1 MB</c:v>
                  </c:pt>
                  <c:pt idx="3">
                    <c:v>10 MB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19.17</c:v>
                </c:pt>
                <c:pt idx="1">
                  <c:v>9.55</c:v>
                </c:pt>
                <c:pt idx="2">
                  <c:v>16.8</c:v>
                </c:pt>
                <c:pt idx="3">
                  <c:v>84.33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Download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 KB</c:v>
                  </c:pt>
                  <c:pt idx="1">
                    <c:v>100 KB</c:v>
                  </c:pt>
                  <c:pt idx="2">
                    <c:v>1 MB</c:v>
                  </c:pt>
                  <c:pt idx="3">
                    <c:v>10 MB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12.89</c:v>
                </c:pt>
                <c:pt idx="1">
                  <c:v>10.81</c:v>
                </c:pt>
                <c:pt idx="2">
                  <c:v>16.65</c:v>
                </c:pt>
                <c:pt idx="3">
                  <c:v>82.05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5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53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5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Secure File Sharing Web Application with Expiry, Encryption and Integrity Verification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EF3F7"/>
                </a:solidFill>
              </a:rPr>
              <a:t>[Your Name]  |  [Course / Department]  |  [Date]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 &amp; Motivation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it is: secure file sharing lets users exchange files while protecting confidentiality, integrity and access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Risk: ordinary links can be forwarded, stay active too long, or lack access restrictions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Impact: sensitive files may reach unintended people or be modified without detection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Need: a lightweight system with controlled access and no dependency on cloud infrastructure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Importance: prevents unauthorized disclosure, protects sensitive data and detects tampering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Reference paper: Omkar Shinde (2025), Secure File Sharing Web Application with Expiry and Malware Detection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Shared links can be used by unintended people if forwarded or reused, stay available longer than intended, and the files can be modified without detection.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Baseline workflow: password protection and expiring links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Recipient authorization: only registered users with authorized emails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AES-256-GCM encryption to protect stored file contents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One-time or limited downloads; automatic deletion of expired files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SHA-256 integrity verification to detect changes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Evaluate baseline and improved versions with functional and security tests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Expected outcome: a lightweight, locally runnable web app with controlled access and protected storage.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Existing Technique (Baseline Paper)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Tokens: 256-bit URL-safe tokens from randomBytes(32); files saved under random UUIDv4 names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Passwords: scrypt (memory-hard) with a 16-byte salt; timingSafeEqual avoids timing leaks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Expiry: configurable TTL (1 min, 1 hr, 24 hrs or custom days); HTTP 410 Gone once expired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Malware: ClamAV signature scan in a staging buffer; infected files are quarantined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Gate: central canDownload() check, OWASP security headers and rate limiting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Flow: Ingest (50 MB limit, MIME check), Scan, Store (atomic metadata), Gated download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Baseline Workflow (Flowchart)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UPLOAD PATH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Upload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Sender sets password and expiry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2608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Validate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50 MB limit, MIME check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Malware scan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ClamAV signatures in temp buffer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4944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288036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6636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Infected: quarantine, reject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Store file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UUID file name in private /storage/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Save metadata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256-bit token, scrypt hash, expiry (atomic JSON)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DOWNLOAD PATH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 link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/share/:token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56032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Unknown token: 404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Rate limit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Sliding window in memory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5488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84048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2608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97180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 many tries: 429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Expiry check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Date.now() vs expiresAt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94944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12064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16636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Expired: 410 Gone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0664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Password check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scrypt + timingSafeEqual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14400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22960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1520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36092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Wrong password: 401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50976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0120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Stream file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Binary from private storage, 200 OK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Baseline Advantages &amp; Applications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Auto-expiry leaves no forgotten files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Pre-storage malware scan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Private storage, no direct URLs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cloud dependency or fees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Corporate NDAs and audits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Healthcare records (HIPAA-aligned workflows)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DevOps secrets and .env files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Intranet and air-gapped transfers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of the Baseline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Plaintext storage: a server admin or breach exposes files; no end-to-end encryption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In-memory rate limiter: resets on restart or crash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disk purging: expired files stay on disk and waste storage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integrity check; download counter can be raced, so one-time links can be double-spent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Signature-only antivirus: misses zero-days, polymorphic malware and password-protected archives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Single node: one JSON registry, no clustering, replication or failover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Synchronous scanning adds latency for large (50 MB+) uploads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Approach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8056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Baseline gap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Enhancement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Plaintext storage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AES-256-GCM envelope encryption (unique key per file, wrapped by a master key)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Stolen disk or host does not expose contents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Race on download counts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Atomic serialized promise queue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One-time links cannot be double-spent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No integrity check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SHA-256 digest with timing-safe verification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Detects bit-rot, truncation and tampering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Expired files remain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Cleanup daemon with read leases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Reclaims disk space safely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Link-only access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Recipient email authorization with sessions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Only authorized users can download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Encryption at rest protects against disk theft; it is not end-to-end encryption, since the server holds the master key.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Workflow (Flowchart)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UPLOAD: SEAL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Upload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Multer streams file to temp buffer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45920" y="288036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Over 50 MB: 413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Hash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SHA-256 digest of plaintext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Encrypt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Random 32-byte key + 12-byte nonce, AES-256-GCM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4944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Wrap key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Data key wrapped with master key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0" y="224028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60020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0" y="1600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Commit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Atomic metadata write; temp plaintext deleted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DOWNLOAD: DELIVER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Access gate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canDownload(): expiry, allowance, recipient email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56032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Denied: 401 / 403 / 410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Read lease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Stops cleanup while file is in use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5488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2064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Decrypt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Unwrap key, AES-GCM decrypt to temp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94944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1520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0664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Verify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GCM auth tag + SHA-256 digest match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144000" y="4800600"/>
            <a:ext cx="365760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2960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1520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6092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Mismatch: delete temp, fail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509760" y="41605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01200" y="4160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Deliver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Deduct count atomically, stream, release lease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424160" y="54406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509760" y="5623560"/>
            <a:ext cx="18288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55548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Daemon deletes expired files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&amp; Setup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Environment: Node.js v24 (ES modules), Express, Windows 11 x64, NVMe SSD, native node:test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encryptionService.js: AES-256-GCM streams, key wrapping, auth-tag checks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accessService.js: one gate for token, expiry, recipient email and allowance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metadataService.js: serialized queue, temp write + atomic rename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fileIntegrityService.js: streaming SHA-256, constant-time comparison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cleanupService.js: background sweeps delete expired files after read leases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Lifecycle: Ingest, Seal (hash + encrypt), Gate, Deliver (decrypt + verify), Reclaim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55280" y="1645920"/>
            <a:ext cx="3474720" cy="256032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86 / 86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tests passed in ~2.5 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16 baseline + 24 crypto and concurrency + 46 auth and recipient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Baseline Test Results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98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01752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Observed (all passed)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Valid upload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Token generated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201 Created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Empty file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Rejected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400 Bad Request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File over 50 MB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Cut off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413 Payload Too Large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Password-free upload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Direct access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No hash or salt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Password-protected upload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Hash hidden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scrypt hash + salt stored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Correct password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File streamed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200 OK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Wrong password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Denied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401 Unauthorized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After expiry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410 Gone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Token guessing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Rejected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404 Not Found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Direct static URL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404 Not Found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Rapid wrong guesses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Rate limited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429 Too Many Requests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Crash and restart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0"/>
                          </a:solidFill>
                        </a:rPr>
                        <a:t>State survives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</a:rPr>
                        <a:t>JSON restored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12 representative scenarios from the 16-test baseline suite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Enhanced Results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Enhanced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Storage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Plaintext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AES-256-GCM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Download limit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Race-prone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Atomic queue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Integrity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SHA-256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30"/>
                          </a:solidFill>
                        </a:rPr>
                        <a:t>Expired files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0"/>
                          </a:solidFill>
                        </a:rPr>
                        <a:t>Stay on disk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</a:rPr>
                        <a:t>Deleted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583680" y="118872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31520" y="420624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Overhead: a 10 MB file uploads in ~84 ms and downloads in ~82 ms; ciphertext size equals plaintext, plus ~380 B metadata per file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Concurrency: 10 simultaneous requests on a one-time link gave 1 granted (200) and 9 rejected (410)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Tampering: 5/5 corrupted ciphertexts and 5/5 altered digests were blocked before delivery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Cleanup: expired files purged from disk in about 2 ms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Conclusion: the enhanced version mitigates storage exposure, race conditions and undetected tampering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O. Shinde, “Design and Implementation of a Secure File Sharing Web Application with Expiry and Malware Detection,” IJRPR, 2025.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NIST SP 800-38D, Galois/Counter Mode (GCM), 2007.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RFC 7914, The scrypt Password-Based Key Derivation Function, 2016.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Node.js documentation (crypto, node:test), nodejs.org.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ClamAV documentation, clamav.net.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B2530"/>
      </a:dk1>
      <a:lt1>
        <a:srgbClr val="FFFFFF"/>
      </a:lt1>
      <a:dk2>
        <a:srgbClr val="0B3C5D"/>
      </a:dk2>
      <a:lt2>
        <a:srgbClr val="EEF3F7"/>
      </a:lt2>
      <a:accent1>
        <a:srgbClr val="0E7C7B"/>
      </a:accent1>
      <a:accent2>
        <a:srgbClr val="F2A541"/>
      </a:accent2>
      <a:accent3>
        <a:srgbClr val="C0392B"/>
      </a:accent3>
      <a:accent4>
        <a:srgbClr val="3E7CB1"/>
      </a:accent4>
      <a:accent5>
        <a:srgbClr val="5B6B7B"/>
      </a:accent5>
      <a:accent6>
        <a:srgbClr val="2E8B57"/>
      </a:accent6>
      <a:hlink>
        <a:srgbClr val="0E7C7B"/>
      </a:hlink>
      <a:folHlink>
        <a:srgbClr val="5B6B7B"/>
      </a:folHlink>
    </a:clrScheme>
    <a:fontScheme name="Simp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2026-10-20T10:44:46Z</dcterms:created>
  <dcterms:modified xsi:type="dcterms:W3CDTF">2026-10-20T10:44:46Z</dcterms:modified>
</cp:coreProperties>
</file>